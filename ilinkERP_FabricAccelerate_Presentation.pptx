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548640"/>
            <a:ext cx="4754880" cy="4754880"/>
          </a:xfrm>
          <a:prstGeom prst="ellipse">
            <a:avLst/>
          </a:prstGeom>
          <a:solidFill>
            <a:srgbClr val="0C6478">
              <a:alpha val="28000"/>
            </a:srgbClr>
          </a:solidFill>
          <a:ln w="12700">
            <a:solidFill>
              <a:srgbClr val="0C6478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8872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ilinkERP-Fabric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1993392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any ERP to Microsoft Fabric in minutes — not months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3429000"/>
            <a:ext cx="6217920" cy="36576"/>
          </a:xfrm>
          <a:prstGeom prst="rect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54787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5-step guided wizard  ·  8 ERP platforms  ·  Microsoft Fabric OneLake  ·  Free 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46634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ilinkERP Team  ·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App Navigation — What's Inside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Four key sections covering the entire ERP-to-Fabric journey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1920240" cy="777240"/>
          </a:xfrm>
          <a:prstGeom prst="rect">
            <a:avLst/>
          </a:prstGeom>
          <a:solidFill>
            <a:srgbClr val="0C6478"/>
          </a:solidFill>
          <a:ln w="12700">
            <a:solidFill>
              <a:srgbClr val="0C64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9844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⊕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965960" y="1298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" y="208483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Dashboard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505456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KPIs, pipeline status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&amp; ingestion summary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" y="4114800"/>
            <a:ext cx="1719072" cy="274320"/>
          </a:xfrm>
          <a:prstGeom prst="rect">
            <a:avLst/>
          </a:prstGeom>
          <a:solidFill>
            <a:srgbClr val="0C6478">
              <a:alpha val="12000"/>
            </a:srgbClr>
          </a:solidFill>
          <a:ln w="12700">
            <a:solidFill>
              <a:srgbClr val="0C6478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41148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6478"/>
                </a:solidFill>
              </a:rPr>
              <a:t>Live metrics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123444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1234440"/>
            <a:ext cx="192024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129844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⚙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069080" y="1298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78608" y="208483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ERP Source Wizard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78608" y="2505456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5-step wizard to connect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&amp; deploy any ERP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78608" y="4114800"/>
            <a:ext cx="1719072" cy="274320"/>
          </a:xfrm>
          <a:prstGeom prst="rect">
            <a:avLst/>
          </a:prstGeom>
          <a:solidFill>
            <a:srgbClr val="065A82">
              <a:alpha val="12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15184" y="41148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5-step guided wizard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123444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1234440"/>
            <a:ext cx="1920240" cy="777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129844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⇄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172200" y="1298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81728" y="208483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ERP Comparison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81728" y="2505456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Compare table &amp; field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schemas across platforms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81728" y="4114800"/>
            <a:ext cx="1719072" cy="274320"/>
          </a:xfrm>
          <a:prstGeom prst="rect">
            <a:avLst/>
          </a:prstGeom>
          <a:solidFill>
            <a:srgbClr val="5B21B6">
              <a:alpha val="12000"/>
            </a:srgbClr>
          </a:solidFill>
          <a:ln w="12700">
            <a:solidFill>
              <a:srgbClr val="5B21B6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41148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21B6"/>
                </a:solidFill>
              </a:rPr>
              <a:t>Table + Field views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75120" y="123444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75120" y="1234440"/>
            <a:ext cx="192024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48272" y="129844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☰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8275320" y="1298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84848" y="208483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Settings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84848" y="2505456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Fabric connections &amp;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user management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784848" y="4114800"/>
            <a:ext cx="1719072" cy="274320"/>
          </a:xfrm>
          <a:prstGeom prst="rect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21424" y="41148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2 tabs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Getting Started — Secure Login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JWT-based authentication protects your ERP data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166360" cy="3703320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51663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0" descr="C:\Users\Maheswaran M\ilinkERP-Fabric\screenshots\01_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5074920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15000" y="1207008"/>
            <a:ext cx="3108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15000" y="1207008"/>
            <a:ext cx="64008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70448" y="129844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Role-based Access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70448" y="160020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Admin and Viewer roles with separate permissions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715000" y="2304288"/>
            <a:ext cx="3108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15000" y="2304288"/>
            <a:ext cx="64008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70448" y="239572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JWT Security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70448" y="269748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Tokens expire automatically — no session left open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715000" y="3401568"/>
            <a:ext cx="3108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15000" y="3401568"/>
            <a:ext cx="64008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70448" y="349300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Local Auth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70448" y="379476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No external identity provider needed; bcrypt password hashing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Dashboard — Your Starting Point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First page after login — shows ERP status, supported systems, and quick-start guide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503920" cy="3611880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8503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0" descr="C:\Users\Maheswaran M\ilinkERP-Fabric\screenshots\02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8412480" cy="3520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0040" y="4828032"/>
            <a:ext cx="85039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4828032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After login you land here  →  KPI cards  ·  Supported ERP list  ·  How It Works guide  ·  Start New ERP Connection button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ERP Source Wizard — Step 1: Select ERP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Choose your ERP platform and modules to begin the 5-step guided setup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577840" cy="3703320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55778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0" descr="C:\Users\Maheswaran M\ilinkERP-Fabric\screenshots\03_erp_sour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5486400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89320" y="1243584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126187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447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37376" y="12618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Select ERP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44768" y="1591056"/>
            <a:ext cx="36576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89320" y="1938528"/>
            <a:ext cx="347472" cy="34747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195681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37376" y="195681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Connect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44768" y="2286000"/>
            <a:ext cx="36576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89320" y="2633472"/>
            <a:ext cx="347472" cy="34747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89320" y="265176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37376" y="26517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Discover Tables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44768" y="2980944"/>
            <a:ext cx="36576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89320" y="3328416"/>
            <a:ext cx="347472" cy="34747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89320" y="334670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37376" y="334670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Fabric Setup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44768" y="3675888"/>
            <a:ext cx="36576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89320" y="4023360"/>
            <a:ext cx="347472" cy="34747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89320" y="404164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437376" y="40416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Deploy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897880" y="4645152"/>
            <a:ext cx="2926080" cy="274320"/>
          </a:xfrm>
          <a:prstGeom prst="rect">
            <a:avLst/>
          </a:prstGeom>
          <a:solidFill>
            <a:srgbClr val="02C39A">
              <a:alpha val="8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0" y="464515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447"/>
                </a:solidFill>
              </a:rPr>
              <a:t>Select ERP → select modules → click Configure Connection →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Wizard — Step 2: Configure Connection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Enter your ERP credentials — or skip to use pre-built industry table schemas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507492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5074920" cy="594360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070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2 of 5 — Configure Connection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Host / URL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4663440" cy="274320"/>
          </a:xfrm>
          <a:prstGeom prst="rect">
            <a:avLst/>
          </a:prstGeom>
          <a:solidFill>
            <a:srgbClr val="F4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48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e.g. erp.company.com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3500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Port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624328"/>
            <a:ext cx="4663440" cy="274320"/>
          </a:xfrm>
          <a:prstGeom prst="rect">
            <a:avLst/>
          </a:prstGeom>
          <a:solidFill>
            <a:srgbClr val="F4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243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1521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8254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Database / SID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099816"/>
            <a:ext cx="4663440" cy="274320"/>
          </a:xfrm>
          <a:prstGeom prst="rect">
            <a:avLst/>
          </a:prstGeom>
          <a:solidFill>
            <a:srgbClr val="F4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0998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300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Username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575304"/>
            <a:ext cx="4663440" cy="274320"/>
          </a:xfrm>
          <a:prstGeom prst="rect">
            <a:avLst/>
          </a:prstGeom>
          <a:solidFill>
            <a:srgbClr val="F4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753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erp_user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776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Password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050792"/>
            <a:ext cx="4663440" cy="274320"/>
          </a:xfrm>
          <a:prstGeom prst="rect">
            <a:avLst/>
          </a:prstGeom>
          <a:solidFill>
            <a:srgbClr val="F4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0507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••••••••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462272"/>
            <a:ext cx="507492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526280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26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← Back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4526280"/>
            <a:ext cx="1417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0" y="4526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Skip — use standard tables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886200" y="4526280"/>
            <a:ext cx="1371600" cy="274320"/>
          </a:xfrm>
          <a:prstGeom prst="rect">
            <a:avLst/>
          </a:prstGeom>
          <a:solidFill>
            <a:srgbClr val="0C6478"/>
          </a:solidFill>
          <a:ln w="12700">
            <a:solidFill>
              <a:srgbClr val="0C64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86200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Discover Tables →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69280" y="1143000"/>
            <a:ext cx="3154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69280" y="1143000"/>
            <a:ext cx="64008" cy="1234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24728" y="12344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What to enter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24728" y="1536192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Your ERP's database host, port, schema name, and credentials. These are used to scan the live ERP schema in Step 3.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69280" y="2468880"/>
            <a:ext cx="3154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669280" y="2468880"/>
            <a:ext cx="64008" cy="12618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24728" y="25603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Don't have credentials?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824728" y="2862072"/>
            <a:ext cx="2953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No problem. Use the Skip button to bypass connection setup and proceed with pre-built industry-standard table schemas for your ERP.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69280" y="3822192"/>
            <a:ext cx="3154680" cy="1078992"/>
          </a:xfrm>
          <a:prstGeom prst="rect">
            <a:avLst/>
          </a:prstGeom>
          <a:solidFill>
            <a:srgbClr val="02C39A">
              <a:alpha val="88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3886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NEW — Skip Option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806440" y="416052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Click "Skip — use standard tables" to proceed without ERP credentials. The app uses the industry data dictionary for your chosen ERP and module.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Wizard — Steps 3 to 5: Discover, Setup &amp; Deploy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From schema scan to live Delta tables in Microsoft Fabric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7472" y="114300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143000"/>
            <a:ext cx="2743200" cy="658368"/>
          </a:xfrm>
          <a:prstGeom prst="rect">
            <a:avLst/>
          </a:prstGeom>
          <a:solidFill>
            <a:srgbClr val="0C6478"/>
          </a:solidFill>
          <a:ln w="12700">
            <a:solidFill>
              <a:srgbClr val="0C64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97864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161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447"/>
                </a:solidFill>
              </a:rPr>
              <a:t>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261872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Discover Tables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1883664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Scans live ERP schema via JDBC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Matches against industry data dictionary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Flags missing / extra tables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You select which tables to ingest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82696" y="114300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82696" y="1143000"/>
            <a:ext cx="27432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2424" y="1197864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92424" y="12161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447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41064" y="1261872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Fabric Setup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65576" y="1883664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Enter OneLake storage account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Set container &amp; schema prefix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Map ERP tables → Delta table names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Configure write mode (overwrite/append)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14300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143000"/>
            <a:ext cx="2743200" cy="658368"/>
          </a:xfrm>
          <a:prstGeom prst="rect">
            <a:avLst/>
          </a:prstGeom>
          <a:solidFill>
            <a:srgbClr val="1C4A6E"/>
          </a:solidFill>
          <a:ln w="12700">
            <a:solidFill>
              <a:srgbClr val="1C4A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1197864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12161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447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76288" y="1261872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Deploy Pipeline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1883664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Creates Fabric notebooks (PySpark)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Builds Synapse pipeline trigger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Runs initial full data load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Schedules recurring sync jobs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90672" y="2743200"/>
            <a:ext cx="201168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18688" y="2578608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›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025896" y="2743200"/>
            <a:ext cx="201168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53912" y="2578608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›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ERP Comparison — Field-Level Schema Mapping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Compare exact field names, table names, and data types across all 8 ERP platforms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503920" cy="3566160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8503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0" descr="C:\Users\Maheswaran M\ilinkERP-Fabric\screenshots\07_erp_field_ta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8412480" cy="3474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6478"/>
                </a:solidFill>
              </a:rPr>
              <a:t>Table Comparison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  ·  Filter by module (GL, AP, AR, INV…)   </a:t>
            </a:r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</a:rPr>
              <a:t>Field Comparison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  ·  See exact column names per ERP (shown above)   </a:t>
            </a:r>
            <a:pPr indent="0" marL="0">
              <a:buNone/>
            </a:pPr>
            <a:r>
              <a:rPr lang="en-US" sz="1000" b="1" dirty="0">
                <a:solidFill>
                  <a:srgbClr val="0C6478"/>
                </a:solidFill>
              </a:rPr>
              <a:t>Download CSV / Excel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Settings — Fabric Connections &amp; User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760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Configure where data lands in Microsoft Fabric and who has access to the app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279392" cy="3547872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4279392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0" descr="C:\Users\Maheswaran M\ilinkERP-Fabric\screenshots\08_setting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188720"/>
            <a:ext cx="4187952" cy="34564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90872" y="1188720"/>
            <a:ext cx="4279392" cy="3547872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45152" y="1143000"/>
            <a:ext cx="4279392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1" descr="C:\Users\Maheswaran M\ilinkERP-Fabric\screenshots\09_settings_user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90872" y="1188720"/>
            <a:ext cx="4187952" cy="34564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" y="4754880"/>
            <a:ext cx="4279392" cy="274320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475488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Fabric Connections — Bearer Token, Service Principal, OAuth2, Managed Identity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645152" y="4754880"/>
            <a:ext cx="4279392" cy="274320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45152" y="475488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User Management — Admin &amp; Viewer roles, add/edit/delete users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365760"/>
            <a:ext cx="4114800" cy="4114800"/>
          </a:xfrm>
          <a:prstGeom prst="ellipse">
            <a:avLst/>
          </a:prstGeom>
          <a:solidFill>
            <a:srgbClr val="0C6478">
              <a:alpha val="25000"/>
            </a:srgbClr>
          </a:solidFill>
          <a:ln w="12700">
            <a:solidFill>
              <a:srgbClr val="0C647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ERP → Fabric Journey in One App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807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Login with role-based JWT auth (Admin / Viewer)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029968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391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9842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Dashboard — live pipeline status and supported ERP list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688336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974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64261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5-step wizard — select ERP, connect (or skip), discover, configure Fabric, deploy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346704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558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30098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ERP Comparison — table &amp; field mapping across 8 platforms, export to Excel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005072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142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447"/>
                </a:solidFill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9593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Settings — Fabric auth methods + user management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709160"/>
            <a:ext cx="9144000" cy="411480"/>
          </a:xfrm>
          <a:prstGeom prst="rect">
            <a:avLst/>
          </a:prstGeom>
          <a:solidFill>
            <a:srgbClr val="0C6478">
              <a:alpha val="55000"/>
            </a:srgbClr>
          </a:solidFill>
          <a:ln w="12700">
            <a:solidFill>
              <a:srgbClr val="0C6478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7091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ilinkERP-Fabric Accelerator  ·  Powered by Microsoft Fabric  ·  Questions?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ilinkERP-Fabric Accelerator</dc:title>
  <dc:subject>PptxGenJS Presentation</dc:subject>
  <dc:creator>PptxGenJS</dc:creator>
  <cp:lastModifiedBy>PptxGenJS</cp:lastModifiedBy>
  <cp:revision>1</cp:revision>
  <dcterms:created xsi:type="dcterms:W3CDTF">2026-03-13T21:11:24Z</dcterms:created>
  <dcterms:modified xsi:type="dcterms:W3CDTF">2026-03-13T21:11:24Z</dcterms:modified>
</cp:coreProperties>
</file>